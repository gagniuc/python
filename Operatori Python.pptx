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6170-70DD-656E-75A4-6EA9A8D2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A8C70-BA93-6D6F-7862-0915A471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97C33-02AA-A493-D05C-158FB999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F83D-156E-6AA3-7E37-7E5B7A40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8A78-22E5-8DA8-7B8A-76A281CE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EB6F-27F1-0169-2C27-DCA7B154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0815-0D32-F788-E162-64EE2383D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B379-0C19-DF8D-9B54-067FFDFD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25D1-7CED-C58D-99B8-E68D9E69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217A-6CB6-1879-9D7F-BBAB3A5E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1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7E8-8C0C-B3F1-612A-0B12A8AC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32C7-42E9-AC21-FF41-DE3B8442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9B4C-18FD-ED9C-93F3-25072194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A327-4973-90A6-C213-1CC0FB3F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FC11-797A-319E-E804-AB731A85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A35-36C5-5DDA-DC32-A8DCDEE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7092-DD19-408A-4644-0E3C65568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BD654-0D34-AAD3-B9DA-654375E9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0521-C73D-AF0F-7051-F63610E6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C855C-53F0-8B35-83EE-EE3DD8D7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48DB5-03C8-88BE-61C6-44A710ED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FA16-8DC7-30AF-77A3-13369DC3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F8FAA-2484-18C5-26B1-855508BB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A839-02F5-8037-268E-9DE6B8B5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D844F-7FA8-0090-F7ED-57462F97F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20FFA-71E0-2AD6-36A6-2EAEA7A17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7D971-37F5-4F2F-8EA9-01022586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874B5-E8D3-4BB3-EC29-F4846762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E47C5-331E-226A-97A0-639E055B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7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3071-929C-521C-6C3E-A34A1F2D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BB03D-2FAC-6ECB-667E-E5EF2EF9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2D5F4-9DF6-804A-2D45-F86428E8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AFA08-954A-BBB5-5AAC-2DD6F5F1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86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35608-E4DF-0B14-1DFF-2F07397C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ABA4-1FF9-27EA-8F01-B9108F00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845E2-5C8D-862F-D2C9-5BAAC74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42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4626-4323-4E06-F50D-947DDA8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8830-143B-AB16-0F8F-44A354AC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86DA1-BC59-701C-D515-F92480CEB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7D4D-CF2F-9120-9488-F45A2B13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4D99-7A20-1689-7910-C65AF0EF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80C2-BA44-E6F2-45E3-A0F3E8C3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574E-BA38-D5A1-7DFC-42E409B3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23FE6-6B1A-26A5-40A9-BD1FAB714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4712-0621-8599-B77A-C8F212E8F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57EFB-7A24-F0A5-383E-6F1E224F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DA410-F322-5D40-1425-D22B5C5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CB056-CD49-8A8B-29BD-6E600A75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2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243F-FAD2-E455-27A0-6D85B573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7A21-4764-A289-8734-53C72829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3A6E4-BEF6-1971-640C-68BCE7B6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1E49-960B-09ED-775D-A8803E8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015C-226F-33A5-DE66-B82A3460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0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408A8-4CA9-1DE6-887E-C269D79D7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89F6-5770-9296-51AF-687AFB8C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10D8-92B8-F21F-8C8D-81256556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50-0779-D0DC-B38C-E6655A37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1E29-152D-503E-36F3-4DE96A3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9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4DE05-84A3-906E-394E-709A4797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FA1A-D801-F2B6-5B7B-B94D125F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55A6-1DAB-7BBD-E26B-D3459A7F6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0B31-F1AB-613A-47A5-A87C2D387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A787-5518-87FD-E0D2-32ED8DB04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D844-7C28-D227-C6FA-B5E88657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A8E531-6570-4C67-41BF-8CBA1A28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80923"/>
              </p:ext>
            </p:extLst>
          </p:nvPr>
        </p:nvGraphicFramePr>
        <p:xfrm>
          <a:off x="6672542" y="802623"/>
          <a:ext cx="4344708" cy="150794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760258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and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și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True and False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0938306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sau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True or False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78725913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negare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 True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2364544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element </a:t>
                      </a:r>
                      <a:r>
                        <a:rPr lang="en-GB" sz="1000" dirty="0" err="1"/>
                        <a:t>în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colecție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77687508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element absent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not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430955313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același obiect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is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1673071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 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obiect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 is not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4554019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2FD2A0-8A84-2AA5-C5A5-D4E6CAD8A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83802"/>
              </p:ext>
            </p:extLst>
          </p:nvPr>
        </p:nvGraphicFramePr>
        <p:xfrm>
          <a:off x="1339850" y="866775"/>
          <a:ext cx="4356099" cy="144379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830742063"/>
                    </a:ext>
                  </a:extLst>
                </a:gridCol>
                <a:gridCol w="679292">
                  <a:extLst>
                    <a:ext uri="{9D8B030D-6E8A-4147-A177-3AD203B41FA5}">
                      <a16:colId xmlns:a16="http://schemas.microsoft.com/office/drawing/2014/main" val="3812003575"/>
                    </a:ext>
                  </a:extLst>
                </a:gridCol>
                <a:gridCol w="1421453">
                  <a:extLst>
                    <a:ext uri="{9D8B030D-6E8A-4147-A177-3AD203B41FA5}">
                      <a16:colId xmlns:a16="http://schemas.microsoft.com/office/drawing/2014/main" val="2401518407"/>
                    </a:ext>
                  </a:extLst>
                </a:gridCol>
                <a:gridCol w="1166329">
                  <a:extLst>
                    <a:ext uri="{9D8B030D-6E8A-4147-A177-3AD203B41FA5}">
                      <a16:colId xmlns:a16="http://schemas.microsoft.com/office/drawing/2014/main" val="2822776982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20556441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+ 2 →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3157920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-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5 - 2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15054506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* 3 → 12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8144593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 2 → 5.0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7248234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// 3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066278925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%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restul împărțirii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10 % 3 →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03051087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ridicare la putere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2 ** 3 → 8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9098577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FC6EF8-F745-F4E2-2B0A-993DDFAB9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68083"/>
              </p:ext>
            </p:extLst>
          </p:nvPr>
        </p:nvGraphicFramePr>
        <p:xfrm>
          <a:off x="1339850" y="2581607"/>
          <a:ext cx="4356100" cy="164030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51574406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6154522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1616164007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965001728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3540946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valoare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=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61322628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+=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2055994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-=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-=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55158639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5751465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42169390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7786986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%=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%=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09741792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putere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**=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924726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CBBBB0-1401-734E-6351-261A63A66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62659"/>
              </p:ext>
            </p:extLst>
          </p:nvPr>
        </p:nvGraphicFramePr>
        <p:xfrm>
          <a:off x="1295399" y="4629313"/>
          <a:ext cx="4400549" cy="126331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100137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737892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462383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Comparare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egalitate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==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1362942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!=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!=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8612125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5 &gt;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4406178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&lt;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2 &lt;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14734855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&gt;=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9021668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&lt;=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&lt;= 5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3056845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B41228C-2168-627A-BA8D-D42D661B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539" y="5671190"/>
            <a:ext cx="1348861" cy="3841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95CB952-10AE-5CFB-173B-98AE2AD0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100" y="3429000"/>
            <a:ext cx="4292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Operatori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FE6101-3DEC-CED1-C08E-29AA3319B59B}"/>
              </a:ext>
            </a:extLst>
          </p:cNvPr>
          <p:cNvSpPr/>
          <p:nvPr/>
        </p:nvSpPr>
        <p:spPr>
          <a:xfrm>
            <a:off x="990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383DE3-20E9-636D-285C-6EEC029A8ADC}"/>
              </a:ext>
            </a:extLst>
          </p:cNvPr>
          <p:cNvSpPr/>
          <p:nvPr/>
        </p:nvSpPr>
        <p:spPr>
          <a:xfrm>
            <a:off x="6324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96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273</Words>
  <Application>Microsoft Office PowerPoint</Application>
  <PresentationFormat>Widescreen</PresentationFormat>
  <Paragraphs>129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Operatori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4</cp:revision>
  <dcterms:created xsi:type="dcterms:W3CDTF">2026-03-12T09:12:33Z</dcterms:created>
  <dcterms:modified xsi:type="dcterms:W3CDTF">2026-03-12T09:55:55Z</dcterms:modified>
</cp:coreProperties>
</file>